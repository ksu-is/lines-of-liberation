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Fira Code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FiraCode-regular.fntdata"/><Relationship Id="rId7" Type="http://schemas.openxmlformats.org/officeDocument/2006/relationships/font" Target="fonts/FiraCod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e7b51334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e7b51334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>
            <p:ph hasCustomPrompt="1"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" type="body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>
            <p:ph idx="1" type="subTitle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" name="Google Shape;71;p5"/>
          <p:cNvSpPr txBox="1"/>
          <p:nvPr>
            <p:ph idx="2" type="subTitle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3" type="subTitle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>
            <p:ph idx="1" type="subTitle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7" name="Google Shape;147;p9"/>
          <p:cNvSpPr txBox="1"/>
          <p:nvPr>
            <p:ph idx="1" type="subTitle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>
            <p:ph hasCustomPrompt="1" type="title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 txBox="1"/>
          <p:nvPr>
            <p:ph hasCustomPrompt="1"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/>
          <p:nvPr>
            <p:ph idx="1" type="subTitle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2" type="subTitle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hasCustomPrompt="1" idx="3" type="title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/>
          <p:nvPr>
            <p:ph idx="4" type="subTitle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5" type="subTitle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hasCustomPrompt="1" idx="6" type="title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/>
          <p:nvPr>
            <p:ph idx="7" type="subTitle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8" type="subTitle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/>
          <p:nvPr>
            <p:ph idx="9"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 txBox="1"/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5" name="Google Shape;215;p14"/>
          <p:cNvSpPr txBox="1"/>
          <p:nvPr>
            <p:ph idx="1" type="subTitle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>
            <p:ph idx="1" type="subTitle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" type="subTitle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3" type="subTitle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4" type="subTitle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5" type="subTitle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6" type="subTitle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>
            <p:ph idx="1" type="subTitle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2" type="subTitle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3" type="subTitle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4" type="subTitle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5" type="subTitle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16"/>
          <p:cNvSpPr txBox="1"/>
          <p:nvPr>
            <p:ph idx="6" type="subTitle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7" type="subTitle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8" type="subTitle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 txBox="1"/>
          <p:nvPr>
            <p:ph idx="1" type="subTitle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2" type="subTitle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3" type="subTitle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6" name="Google Shape;286;p17"/>
          <p:cNvSpPr txBox="1"/>
          <p:nvPr>
            <p:ph idx="4" type="subTitle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17"/>
          <p:cNvSpPr txBox="1"/>
          <p:nvPr>
            <p:ph idx="5" type="subTitle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8" name="Google Shape;288;p17"/>
          <p:cNvSpPr txBox="1"/>
          <p:nvPr>
            <p:ph idx="6" type="subTitle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7"/>
          <p:cNvSpPr txBox="1"/>
          <p:nvPr>
            <p:ph idx="7" type="subTitle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8" type="subTitle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idx="9" type="subTitle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13" type="subTitle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17"/>
          <p:cNvSpPr txBox="1"/>
          <p:nvPr>
            <p:ph idx="14" type="subTitle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15" type="subTitle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1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 txBox="1"/>
          <p:nvPr>
            <p:ph hasCustomPrompt="1" type="title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/>
          <p:nvPr>
            <p:ph idx="1" type="subTitle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1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/>
          <p:nvPr>
            <p:ph hasCustomPrompt="1" idx="2" type="title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/>
          <p:nvPr>
            <p:ph idx="3" type="subTitle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18"/>
          <p:cNvSpPr txBox="1"/>
          <p:nvPr>
            <p:ph hasCustomPrompt="1" idx="4" type="title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/>
          <p:nvPr>
            <p:ph idx="5" type="subTitle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19"/>
          <p:cNvSpPr txBox="1"/>
          <p:nvPr>
            <p:ph hasCustomPrompt="1"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hasCustomPrompt="1"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>
            <p:ph idx="1" type="subTitle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20"/>
          <p:cNvSpPr txBox="1"/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/>
          <p:nvPr>
            <p:ph idx="1" type="body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3" name="Google Shape;393;p21"/>
          <p:cNvSpPr txBox="1"/>
          <p:nvPr>
            <p:ph idx="2" type="subTitle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4" name="Google Shape;394;p21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 txBox="1"/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22"/>
          <p:cNvSpPr txBox="1"/>
          <p:nvPr>
            <p:ph idx="1" type="subTitle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0" name="Google Shape;400;p22"/>
          <p:cNvSpPr txBox="1"/>
          <p:nvPr>
            <p:ph idx="2" type="subTitle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9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 1">
  <p:cSld name="CUSTOM_9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5"/>
          <p:cNvSpPr txBox="1"/>
          <p:nvPr>
            <p:ph type="ctrTitle"/>
          </p:nvPr>
        </p:nvSpPr>
        <p:spPr>
          <a:xfrm>
            <a:off x="1217550" y="680925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Lines </a:t>
            </a:r>
            <a:r>
              <a:rPr lang="en">
                <a:solidFill>
                  <a:schemeClr val="dk2"/>
                </a:solidFill>
              </a:rPr>
              <a:t>of</a:t>
            </a:r>
            <a:r>
              <a:rPr lang="en">
                <a:solidFill>
                  <a:schemeClr val="accent2"/>
                </a:solidFill>
              </a:rPr>
              <a:t> Liberation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5" name="Google Shape;455;p25"/>
          <p:cNvSpPr txBox="1"/>
          <p:nvPr>
            <p:ph idx="1" type="subTitle"/>
          </p:nvPr>
        </p:nvSpPr>
        <p:spPr>
          <a:xfrm>
            <a:off x="1723650" y="228835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Members: Mia Bates</a:t>
            </a:r>
            <a:r>
              <a:rPr lang="en"/>
              <a:t> &gt;</a:t>
            </a:r>
            <a:endParaRPr/>
          </a:p>
        </p:txBody>
      </p:sp>
      <p:sp>
        <p:nvSpPr>
          <p:cNvPr id="456" name="Google Shape;456;p25"/>
          <p:cNvSpPr txBox="1"/>
          <p:nvPr>
            <p:ph idx="2" type="subTitle"/>
          </p:nvPr>
        </p:nvSpPr>
        <p:spPr>
          <a:xfrm>
            <a:off x="1592750" y="1298475"/>
            <a:ext cx="5788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</a:rPr>
              <a:t>[</a:t>
            </a:r>
            <a:r>
              <a:rPr lang="en" sz="1000">
                <a:solidFill>
                  <a:schemeClr val="accent1"/>
                </a:solidFill>
              </a:rPr>
              <a:t>A quote generator that amplifies voices of </a:t>
            </a:r>
            <a:r>
              <a:rPr lang="en" sz="1000">
                <a:solidFill>
                  <a:schemeClr val="lt2"/>
                </a:solidFill>
              </a:rPr>
              <a:t>liberation </a:t>
            </a:r>
            <a:r>
              <a:rPr lang="en" sz="1000">
                <a:solidFill>
                  <a:schemeClr val="accent1"/>
                </a:solidFill>
              </a:rPr>
              <a:t>across five unique </a:t>
            </a:r>
            <a:r>
              <a:rPr lang="en" sz="1000">
                <a:solidFill>
                  <a:schemeClr val="accent1"/>
                </a:solidFill>
              </a:rPr>
              <a:t>categories</a:t>
            </a:r>
            <a:r>
              <a:rPr lang="en" sz="1000">
                <a:solidFill>
                  <a:schemeClr val="accent1"/>
                </a:solidFill>
              </a:rPr>
              <a:t>. Each designed to </a:t>
            </a:r>
            <a:r>
              <a:rPr lang="en" sz="1000">
                <a:solidFill>
                  <a:schemeClr val="lt2"/>
                </a:solidFill>
              </a:rPr>
              <a:t>empower </a:t>
            </a:r>
            <a:r>
              <a:rPr lang="en" sz="1000">
                <a:solidFill>
                  <a:schemeClr val="accent1"/>
                </a:solidFill>
              </a:rPr>
              <a:t>users with </a:t>
            </a:r>
            <a:r>
              <a:rPr lang="en" sz="1000">
                <a:solidFill>
                  <a:schemeClr val="lt2"/>
                </a:solidFill>
              </a:rPr>
              <a:t>impactful </a:t>
            </a:r>
            <a:r>
              <a:rPr lang="en" sz="1000">
                <a:solidFill>
                  <a:schemeClr val="accent1"/>
                </a:solidFill>
              </a:rPr>
              <a:t>messages</a:t>
            </a:r>
            <a:r>
              <a:rPr lang="en" sz="1000">
                <a:solidFill>
                  <a:schemeClr val="accent6"/>
                </a:solidFill>
              </a:rPr>
              <a:t>] </a:t>
            </a:r>
            <a:endParaRPr sz="1000">
              <a:solidFill>
                <a:schemeClr val="accent6"/>
              </a:solidFill>
            </a:endParaRPr>
          </a:p>
        </p:txBody>
      </p:sp>
      <p:grpSp>
        <p:nvGrpSpPr>
          <p:cNvPr id="457" name="Google Shape;457;p25"/>
          <p:cNvGrpSpPr/>
          <p:nvPr/>
        </p:nvGrpSpPr>
        <p:grpSpPr>
          <a:xfrm>
            <a:off x="1217550" y="1296575"/>
            <a:ext cx="506100" cy="2444350"/>
            <a:chOff x="1413525" y="1759900"/>
            <a:chExt cx="506100" cy="2444350"/>
          </a:xfrm>
        </p:grpSpPr>
        <p:cxnSp>
          <p:nvCxnSpPr>
            <p:cNvPr id="458" name="Google Shape;458;p25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9" name="Google Shape;459;p25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0" name="Google Shape;460;p25"/>
          <p:cNvSpPr txBox="1"/>
          <p:nvPr>
            <p:ph idx="1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voices</a:t>
            </a:r>
            <a:r>
              <a:rPr lang="en" sz="1400">
                <a:solidFill>
                  <a:schemeClr val="accent3"/>
                </a:solidFill>
              </a:rPr>
              <a:t>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61" name="Google Shape;461;p25"/>
          <p:cNvSpPr txBox="1"/>
          <p:nvPr>
            <p:ph idx="1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liberation</a:t>
            </a:r>
            <a:r>
              <a:rPr lang="en" sz="1400">
                <a:solidFill>
                  <a:schemeClr val="accent3"/>
                </a:solidFill>
              </a:rPr>
              <a:t>.css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462" name="Google Shape;462;p25" title="Screenshot 2025-11-29 223012.png"/>
          <p:cNvPicPr preferRelativeResize="0"/>
          <p:nvPr/>
        </p:nvPicPr>
        <p:blipFill rotWithShape="1">
          <a:blip r:embed="rId3">
            <a:alphaModFix/>
          </a:blip>
          <a:srcRect b="5011" l="0" r="0" t="5020"/>
          <a:stretch/>
        </p:blipFill>
        <p:spPr>
          <a:xfrm>
            <a:off x="5000901" y="3001475"/>
            <a:ext cx="3714202" cy="1879575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3" name="Google Shape;463;p25" title="Screenshot (1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0278" y="3001475"/>
            <a:ext cx="3341472" cy="1879575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